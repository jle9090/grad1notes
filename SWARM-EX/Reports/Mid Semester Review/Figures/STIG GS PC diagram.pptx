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144000" cy="35661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roup - STIG GS PC"/>
          <p:cNvSpPr/>
          <p:nvPr/>
        </p:nvSpPr>
        <p:spPr>
          <a:xfrm>
            <a:off x="228600" y="228600"/>
            <a:ext cx="6355080" cy="3108960"/>
          </a:xfrm>
          <a:prstGeom prst="rect">
            <a:avLst/>
          </a:prstGeom>
          <a:noFill/>
          <a:ln w="3175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ost label"/>
          <p:cNvSpPr txBox="1"/>
          <p:nvPr/>
        </p:nvSpPr>
        <p:spPr>
          <a:xfrm>
            <a:off x="365760" y="301752"/>
            <a:ext cx="61264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 panose="020B0604020202020204"/>
              </a:rPr>
              <a:t>STIG Ground Station PC</a:t>
            </a:r>
            <a:endParaRPr sz="1500" b="1" i="0">
              <a:solidFill>
                <a:srgbClr val="000000"/>
              </a:solidFill>
              <a:latin typeface="Arial" panose="020B0604020202020204"/>
            </a:endParaRPr>
          </a:p>
          <a:p>
            <a:pPr algn="l"/>
            <a:r>
              <a:rPr sz="1100" b="0" i="0">
                <a:solidFill>
                  <a:srgbClr val="000000"/>
                </a:solidFill>
                <a:latin typeface="Arial" panose="020B0604020202020204"/>
              </a:rPr>
              <a:t>Ubuntu 24 </a:t>
            </a:r>
            <a:r>
              <a:rPr lang="en-US" sz="1100" b="0" i="0">
                <a:solidFill>
                  <a:srgbClr val="000000"/>
                </a:solidFill>
                <a:latin typeface="Arial" panose="020B0604020202020204"/>
              </a:rPr>
              <a:t>native </a:t>
            </a:r>
            <a:r>
              <a:rPr sz="1100" b="0" i="0">
                <a:solidFill>
                  <a:srgbClr val="000000"/>
                </a:solidFill>
                <a:latin typeface="Arial" panose="020B0604020202020204"/>
              </a:rPr>
              <a:t>running</a:t>
            </a:r>
            <a:r>
              <a:rPr lang="en-US" sz="1100" b="0" i="0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sz="1100" b="0" i="0">
                <a:solidFill>
                  <a:srgbClr val="000000"/>
                </a:solidFill>
                <a:latin typeface="Arial" panose="020B0604020202020204"/>
              </a:rPr>
              <a:t>KVM hypervisor</a:t>
            </a:r>
            <a:endParaRPr sz="11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Hydra VM"/>
          <p:cNvSpPr/>
          <p:nvPr/>
        </p:nvSpPr>
        <p:spPr>
          <a:xfrm>
            <a:off x="685800" y="1234440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Windows 11 VM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Hydra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GNU Radio VM"/>
          <p:cNvSpPr/>
          <p:nvPr/>
        </p:nvSpPr>
        <p:spPr>
          <a:xfrm>
            <a:off x="4069080" y="1234440"/>
            <a:ext cx="2103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Ubuntu 16 VM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GNU Radio</a:t>
            </a:r>
            <a:endParaRPr sz="1200" b="0" i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" name="VM-to-VM link"/>
          <p:cNvCxnSpPr/>
          <p:nvPr/>
        </p:nvCxnSpPr>
        <p:spPr>
          <a:xfrm>
            <a:off x="2788920" y="1755648"/>
            <a:ext cx="1280160" cy="0"/>
          </a:xfrm>
          <a:prstGeom prst="line">
            <a:avLst/>
          </a:prstGeom>
          <a:ln w="12700">
            <a:solidFill>
              <a:srgbClr val="00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roken mark 1"/>
          <p:cNvCxnSpPr/>
          <p:nvPr/>
        </p:nvCxnSpPr>
        <p:spPr>
          <a:xfrm>
            <a:off x="3310128" y="1636776"/>
            <a:ext cx="237744" cy="237743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roken mark 2"/>
          <p:cNvCxnSpPr/>
          <p:nvPr/>
        </p:nvCxnSpPr>
        <p:spPr>
          <a:xfrm flipV="1">
            <a:off x="3310128" y="1636776"/>
            <a:ext cx="237744" cy="237743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VM link label"/>
          <p:cNvSpPr txBox="1"/>
          <p:nvPr/>
        </p:nvSpPr>
        <p:spPr>
          <a:xfrm>
            <a:off x="2788920" y="137160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 panose="020B0604020202020204"/>
              </a:rPr>
              <a:t>VM-to-VM link</a:t>
            </a:r>
            <a:endParaRPr sz="10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Broken label"/>
          <p:cNvSpPr txBox="1"/>
          <p:nvPr/>
        </p:nvSpPr>
        <p:spPr>
          <a:xfrm>
            <a:off x="2633472" y="193852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Arial" panose="020B0604020202020204"/>
              </a:rPr>
              <a:t>Never worked</a:t>
            </a:r>
            <a:endParaRPr sz="1000" b="1" i="0">
              <a:solidFill>
                <a:srgbClr val="C00000"/>
              </a:solidFill>
              <a:latin typeface="Arial" panose="020B0604020202020204"/>
            </a:endParaRPr>
          </a:p>
        </p:txBody>
      </p:sp>
      <p:sp>
        <p:nvSpPr>
          <p:cNvPr id="11" name="USRP"/>
          <p:cNvSpPr/>
          <p:nvPr/>
        </p:nvSpPr>
        <p:spPr>
          <a:xfrm>
            <a:off x="7543800" y="1234440"/>
            <a:ext cx="1371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USRP</a:t>
            </a:r>
            <a:r>
              <a:rPr lang="en-US" sz="1200" b="1" i="0">
                <a:solidFill>
                  <a:srgbClr val="000000"/>
                </a:solidFill>
                <a:latin typeface="Arial" panose="020B0604020202020204"/>
              </a:rPr>
              <a:t> b200mini</a:t>
            </a:r>
            <a:endParaRPr lang="en-US" sz="1200" b="1" i="0">
              <a:solidFill>
                <a:srgbClr val="000000"/>
              </a:solidFill>
              <a:latin typeface="Arial" panose="020B0604020202020204"/>
            </a:endParaRPr>
          </a:p>
          <a:p>
            <a:pPr algn="ctr"/>
            <a:r>
              <a:rPr sz="1200" b="1" i="0">
                <a:solidFill>
                  <a:srgbClr val="000000"/>
                </a:solidFill>
                <a:latin typeface="Arial" panose="020B0604020202020204"/>
              </a:rPr>
              <a:t>SDR</a:t>
            </a:r>
            <a:endParaRPr sz="1200" b="1" i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12" name="PCIe passthrough"/>
          <p:cNvCxnSpPr/>
          <p:nvPr/>
        </p:nvCxnSpPr>
        <p:spPr>
          <a:xfrm>
            <a:off x="6172200" y="1755648"/>
            <a:ext cx="1371600" cy="0"/>
          </a:xfrm>
          <a:prstGeom prst="line">
            <a:avLst/>
          </a:prstGeom>
          <a:ln w="12700">
            <a:solidFill>
              <a:srgbClr val="00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assthrough label"/>
          <p:cNvSpPr txBox="1"/>
          <p:nvPr/>
        </p:nvSpPr>
        <p:spPr>
          <a:xfrm>
            <a:off x="6647688" y="137160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 panose="020B0604020202020204"/>
              </a:rPr>
              <a:t>PCIe</a:t>
            </a:r>
            <a:endParaRPr sz="1000" b="0" i="1">
              <a:solidFill>
                <a:srgbClr val="000000"/>
              </a:solidFill>
              <a:latin typeface="Arial" panose="020B0604020202020204"/>
            </a:endParaRPr>
          </a:p>
          <a:p>
            <a:pPr algn="ctr"/>
            <a:r>
              <a:rPr sz="1000" b="0" i="1">
                <a:solidFill>
                  <a:srgbClr val="000000"/>
                </a:solidFill>
                <a:latin typeface="Arial" panose="020B0604020202020204"/>
              </a:rPr>
              <a:t>passthrough</a:t>
            </a:r>
            <a:endParaRPr sz="10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Host notes"/>
          <p:cNvSpPr txBox="1"/>
          <p:nvPr/>
        </p:nvSpPr>
        <p:spPr>
          <a:xfrm>
            <a:off x="685800" y="2606040"/>
            <a:ext cx="566928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 i="1">
                <a:solidFill>
                  <a:srgbClr val="000000"/>
                </a:solidFill>
                <a:latin typeface="Arial" panose="020B0604020202020204"/>
              </a:rPr>
              <a:t>Orignally GNURadio would break when updating, likely an issue from how the Lithium framer was changed going to Ubuntu 24.</a:t>
            </a:r>
            <a:endParaRPr lang="en-US" sz="1000" b="0" i="1">
              <a:solidFill>
                <a:srgbClr val="000000"/>
              </a:solidFill>
              <a:latin typeface="Arial" panose="020B0604020202020204"/>
            </a:endParaRPr>
          </a:p>
          <a:p>
            <a:pPr algn="l"/>
            <a:r>
              <a:rPr lang="en-US" sz="1000" b="0" i="1">
                <a:solidFill>
                  <a:srgbClr val="000000"/>
                </a:solidFill>
                <a:latin typeface="Arial" panose="020B0604020202020204"/>
              </a:rPr>
              <a:t>Recently Rainville and Palo have managed to move things along with VMs now communicating.</a:t>
            </a:r>
            <a:endParaRPr lang="en-US" sz="1000" b="0" i="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WPS Presentation</Application>
  <PresentationFormat>On-screen Show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Arial</vt:lpstr>
      <vt:lpstr>Calibri</vt:lpstr>
      <vt:lpstr>Trebuchet MS</vt:lpstr>
      <vt:lpstr>Microsoft YaHei</vt:lpstr>
      <vt:lpstr>Droid Sans Fallback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justin-le</cp:lastModifiedBy>
  <cp:revision>2</cp:revision>
  <dcterms:created xsi:type="dcterms:W3CDTF">2026-10-15T02:19:23Z</dcterms:created>
  <dcterms:modified xsi:type="dcterms:W3CDTF">2026-10-15T02:19:23Z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1033-11.1.0.11733</vt:lpwstr>
  </property>
</Properties>
</file>