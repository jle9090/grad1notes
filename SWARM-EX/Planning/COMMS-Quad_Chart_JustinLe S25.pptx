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9144000" cy="51435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Click to move the slide</a:t>
            </a:r>
            <a:endParaRPr lang="en-US" sz="4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5900" indent="-2159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Click to edit the notes format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&lt;header&gt;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r">
              <a:buNone/>
            </a:pPr>
            <a:fld id="{6AC63BDB-8897-44C1-B00C-2A9DD42156EC}" type="slidenum"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</a:fld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2159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Notes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Accomplishments:  These should be high level and focus on what you accomplished in the past week.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Plans for the Week: Focus on the tasks you will be working on this week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Issue Impeding Progress:  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List any items that are blocking your tasks.  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Specifically focus on what you need from others.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You don’t need to list items such as other classes where others cannot help resolve the issue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Upcoming deliverables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In this section you should provide a longer term (4 week) forward looking view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What are the key items on your schedule that need to be completed in the next month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Color Code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Green – overall on track and deliverables on track for upcoming deliverables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Yellow – Concerns about current status and about the ability to deliver current deliverable on time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Red – “I need help”  things are falling apart and deliverables have missed the planned deadline.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6;p1"/>
          <p:cNvSpPr/>
          <p:nvPr/>
        </p:nvSpPr>
        <p:spPr>
          <a:xfrm>
            <a:off x="4588560" y="257580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Deliverables Tracking</a:t>
            </a:r>
            <a:endParaRPr lang="en-US" sz="15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" name="Google Shape;7;p1"/>
          <p:cNvSpPr/>
          <p:nvPr/>
        </p:nvSpPr>
        <p:spPr>
          <a:xfrm>
            <a:off x="0" y="256608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Plan for the Week</a:t>
            </a:r>
            <a:r>
              <a:rPr lang="en-GB" sz="1400" b="1" strike="noStrike" spc="-1">
                <a:solidFill>
                  <a:srgbClr val="000000"/>
                </a:solidFill>
                <a:latin typeface="Arial" panose="020B0604020202020204"/>
                <a:ea typeface="Calibri"/>
              </a:rPr>
              <a:t>	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cxnSp>
        <p:nvCxnSpPr>
          <p:cNvPr id="3" name="Google Shape;8;p1"/>
          <p:cNvCxnSpPr/>
          <p:nvPr/>
        </p:nvCxnSpPr>
        <p:spPr>
          <a:xfrm>
            <a:off x="0" y="2565720"/>
            <a:ext cx="9145440" cy="1440"/>
          </a:xfrm>
          <a:prstGeom prst="straightConnector1">
            <a:avLst/>
          </a:prstGeom>
          <a:ln w="28575">
            <a:solidFill>
              <a:srgbClr val="7F7F7F"/>
            </a:solidFill>
            <a:round/>
          </a:ln>
        </p:spPr>
      </p:cxnSp>
      <p:sp>
        <p:nvSpPr>
          <p:cNvPr id="4" name="Google Shape;9;p1"/>
          <p:cNvSpPr/>
          <p:nvPr/>
        </p:nvSpPr>
        <p:spPr>
          <a:xfrm>
            <a:off x="4572000" y="56196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Issues Impeding Progress</a:t>
            </a:r>
            <a:r>
              <a:rPr lang="en-GB" sz="1400" b="1" strike="noStrike" spc="-1">
                <a:solidFill>
                  <a:srgbClr val="000000"/>
                </a:solidFill>
                <a:latin typeface="Calibri"/>
                <a:ea typeface="Calibri"/>
              </a:rPr>
              <a:t>	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5" name="Google Shape;10;p1"/>
          <p:cNvSpPr/>
          <p:nvPr/>
        </p:nvSpPr>
        <p:spPr>
          <a:xfrm>
            <a:off x="0" y="56196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9525">
            <a:solidFill>
              <a:srgbClr val="EEEEEE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Accomplishments</a:t>
            </a:r>
            <a:r>
              <a:rPr lang="en-GB" sz="1400" b="1" strike="noStrike" spc="-1">
                <a:solidFill>
                  <a:srgbClr val="000000"/>
                </a:solidFill>
                <a:latin typeface="Calibri"/>
                <a:ea typeface="Calibri"/>
              </a:rPr>
              <a:t>	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cxnSp>
        <p:nvCxnSpPr>
          <p:cNvPr id="6" name="Google Shape;11;p1"/>
          <p:cNvCxnSpPr/>
          <p:nvPr/>
        </p:nvCxnSpPr>
        <p:spPr>
          <a:xfrm flipV="1">
            <a:off x="4572000" y="561600"/>
            <a:ext cx="10800" cy="4066560"/>
          </a:xfrm>
          <a:prstGeom prst="straightConnector1">
            <a:avLst/>
          </a:prstGeom>
          <a:ln w="28575">
            <a:solidFill>
              <a:srgbClr val="7F7F7F"/>
            </a:solidFill>
            <a:round/>
          </a:ln>
        </p:spPr>
      </p:cxnSp>
      <p:sp>
        <p:nvSpPr>
          <p:cNvPr id="7" name="Google Shape;12;p1"/>
          <p:cNvSpPr/>
          <p:nvPr/>
        </p:nvSpPr>
        <p:spPr>
          <a:xfrm>
            <a:off x="8027280" y="4749120"/>
            <a:ext cx="1203120" cy="335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Spring 2025</a:t>
            </a:r>
            <a:endParaRPr lang="en-US" sz="1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8" name="Google Shape;12;p1"/>
          <p:cNvSpPr/>
          <p:nvPr/>
        </p:nvSpPr>
        <p:spPr>
          <a:xfrm>
            <a:off x="3893400" y="4749120"/>
            <a:ext cx="2531520" cy="335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Graduate Projects</a:t>
            </a:r>
            <a:endParaRPr lang="en-US" sz="1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9" name="Google Shape;26;p2"/>
          <p:cNvPicPr/>
          <p:nvPr/>
        </p:nvPicPr>
        <p:blipFill>
          <a:blip r:embed="rId2"/>
          <a:stretch>
            <a:fillRect/>
          </a:stretch>
        </p:blipFill>
        <p:spPr>
          <a:xfrm>
            <a:off x="-11880" y="4593600"/>
            <a:ext cx="2139840" cy="46656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29;p2"/>
          <p:cNvSpPr/>
          <p:nvPr/>
        </p:nvSpPr>
        <p:spPr>
          <a:xfrm>
            <a:off x="8638560" y="52200"/>
            <a:ext cx="447840" cy="444240"/>
          </a:xfrm>
          <a:prstGeom prst="ellipse">
            <a:avLst/>
          </a:prstGeom>
          <a:solidFill>
            <a:srgbClr val="70AD47"/>
          </a:solidFill>
          <a:ln w="9525">
            <a:solidFill>
              <a:srgbClr val="44546A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cxnSp>
        <p:nvCxnSpPr>
          <p:cNvPr id="11" name="Google Shape;30;p2"/>
          <p:cNvCxnSpPr/>
          <p:nvPr/>
        </p:nvCxnSpPr>
        <p:spPr>
          <a:xfrm flipH="1">
            <a:off x="7560" y="4623840"/>
            <a:ext cx="4565880" cy="144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  <p:cxnSp>
        <p:nvCxnSpPr>
          <p:cNvPr id="12" name="Google Shape;31;p2"/>
          <p:cNvCxnSpPr/>
          <p:nvPr/>
        </p:nvCxnSpPr>
        <p:spPr>
          <a:xfrm flipH="1">
            <a:off x="4575600" y="4623840"/>
            <a:ext cx="4565880" cy="144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/>
          </p:nvPr>
        </p:nvSpPr>
        <p:spPr>
          <a:xfrm>
            <a:off x="-11880" y="8640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57150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Midsemester report peer evals</a:t>
            </a:r>
            <a:endParaRPr lang="en-US" altLang="en-GB" sz="12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57150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SCT 1 ran</a:t>
            </a:r>
            <a:endParaRPr lang="en-US" altLang="en-GB" sz="12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102870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All commands are received, lot of updates on CDH since it was last ran</a:t>
            </a:r>
            <a:endParaRPr lang="en-US" altLang="en-GB" sz="12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571500" lvl="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Drafting SCT 2</a:t>
            </a:r>
            <a:endParaRPr lang="en-US" altLang="en-GB" sz="12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102870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Commands are the same</a:t>
            </a:r>
            <a:endParaRPr lang="en-US" altLang="en-GB" sz="12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571500" lvl="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Introduced to Rainville’s new program</a:t>
            </a:r>
            <a:endParaRPr lang="en-US" altLang="en-GB" sz="12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571500" lvl="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Reached out to LASP contact</a:t>
            </a:r>
            <a:endParaRPr lang="en-US" altLang="en-GB" sz="12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0" y="8640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7429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Midterm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572000" y="28458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>
              <a:spcBef>
                <a:spcPts val="970"/>
              </a:spcBef>
              <a:buNone/>
            </a:pP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-4320" y="2845800"/>
            <a:ext cx="4570560" cy="1849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Working towards SCT2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914400" lvl="1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Verifying with GNURadio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914400" lvl="1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Verifying with Rainville’s new program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lvl="0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title"/>
          </p:nvPr>
        </p:nvSpPr>
        <p:spPr>
          <a:xfrm>
            <a:off x="6306120" y="-11880"/>
            <a:ext cx="2265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Justin Le </a:t>
            </a: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10</a:t>
            </a:r>
            <a:r>
              <a:rPr 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/</a:t>
            </a: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23</a:t>
            </a:r>
            <a:r>
              <a:rPr 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/2026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graphicFrame>
        <p:nvGraphicFramePr>
          <p:cNvPr id="23" name="Table 3"/>
          <p:cNvGraphicFramePr/>
          <p:nvPr/>
        </p:nvGraphicFramePr>
        <p:xfrm>
          <a:off x="4604400" y="2577600"/>
          <a:ext cx="4538520" cy="2040120"/>
        </p:xfrm>
        <a:graphic>
          <a:graphicData uri="http://schemas.openxmlformats.org/drawingml/2006/table">
            <a:tbl>
              <a:tblPr/>
              <a:tblGrid>
                <a:gridCol w="1886760"/>
                <a:gridCol w="887400"/>
                <a:gridCol w="847080"/>
                <a:gridCol w="917280"/>
              </a:tblGrid>
              <a:tr h="44532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Upcoming Deliverables​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Revised​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Remaining​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42300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Re run MCT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9/21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10/5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0hr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36468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Re run SCT 1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9/30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10/20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0hrs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391795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Ground Station PC test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9/23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11/6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15hrs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41544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SCT2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spc="-1">
                          <a:solidFill>
                            <a:srgbClr val="000000"/>
                          </a:solidFill>
                          <a:latin typeface="Arial" panose="020B0604020202020204"/>
                          <a:sym typeface="+mn-ea"/>
                        </a:rPr>
                        <a:t>11/18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N/A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30hrs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</a:tbl>
          </a:graphicData>
        </a:graphic>
      </p:graphicFrame>
      <p:sp>
        <p:nvSpPr>
          <p:cNvPr id="24" name="Google Shape;51;p4"/>
          <p:cNvSpPr/>
          <p:nvPr/>
        </p:nvSpPr>
        <p:spPr>
          <a:xfrm>
            <a:off x="0" y="11880"/>
            <a:ext cx="2653560" cy="5724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</a:pPr>
            <a:r>
              <a:rPr lang="en-US" sz="23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COMMs</a:t>
            </a:r>
            <a:endParaRPr lang="en-US" sz="23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466</Words>
  <Application>WPS Presentation</Application>
  <PresentationFormat/>
  <Paragraphs>59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7" baseType="lpstr">
      <vt:lpstr>Arial</vt:lpstr>
      <vt:lpstr>SimSun</vt:lpstr>
      <vt:lpstr>Wingdings</vt:lpstr>
      <vt:lpstr>Arial</vt:lpstr>
      <vt:lpstr>Calibri</vt:lpstr>
      <vt:lpstr>Trebuchet MS</vt:lpstr>
      <vt:lpstr>Times New Roman</vt:lpstr>
      <vt:lpstr>Calibri,Sans-Serif</vt:lpstr>
      <vt:lpstr>Comfortaa Light</vt:lpstr>
      <vt:lpstr>OpenSymbol</vt:lpstr>
      <vt:lpstr>Wingdings 2</vt:lpstr>
      <vt:lpstr>Microsoft YaHei</vt:lpstr>
      <vt:lpstr>Droid Sans Fallback</vt:lpstr>
      <vt:lpstr>Arial Unicode MS</vt:lpstr>
      <vt:lpstr>Amiri</vt:lpstr>
      <vt:lpstr>Simple Light</vt:lpstr>
      <vt:lpstr>Justin Le 10/5/2026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PM:</dc:title>
  <dc:creator>Scott Palo</dc:creator>
  <cp:lastModifiedBy>justin-le</cp:lastModifiedBy>
  <cp:revision>753</cp:revision>
  <cp:lastPrinted>2026-10-24T03:32:57Z</cp:lastPrinted>
  <dcterms:created xsi:type="dcterms:W3CDTF">2026-10-24T03:32:57Z</dcterms:created>
  <dcterms:modified xsi:type="dcterms:W3CDTF">2026-10-24T03:32:57Z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0x010100023378106403FF4F9FEFFD8DB19B1327</vt:lpwstr>
  </property>
  <property fmtid="{D5CDD505-2E9C-101B-9397-08002B2CF9AE}" pid="3" name="MediaServiceImageTags">
    <vt:lpwstr/>
  </property>
  <property fmtid="{D5CDD505-2E9C-101B-9397-08002B2CF9AE}" pid="4" name="Notes">
    <vt:i4>1</vt:i4>
  </property>
  <property fmtid="{D5CDD505-2E9C-101B-9397-08002B2CF9AE}" pid="5" name="Order">
    <vt:r8>5300</vt:r8>
  </property>
  <property fmtid="{D5CDD505-2E9C-101B-9397-08002B2CF9AE}" pid="6" name="PresentationFormat">
    <vt:lpwstr>On-screen Show (16:9)</vt:lpwstr>
  </property>
  <property fmtid="{D5CDD505-2E9C-101B-9397-08002B2CF9AE}" pid="7" name="Slides">
    <vt:i4>1</vt:i4>
  </property>
  <property fmtid="{D5CDD505-2E9C-101B-9397-08002B2CF9AE}" pid="8" name="ICV">
    <vt:lpwstr/>
  </property>
  <property fmtid="{D5CDD505-2E9C-101B-9397-08002B2CF9AE}" pid="9" name="KSOProductBuildVer">
    <vt:lpwstr>1033-11.1.0.11733</vt:lpwstr>
  </property>
</Properties>
</file>