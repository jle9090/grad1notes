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F5A0476-118F-462A-83BE-4E8505F036A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Accomplishments:  These should be high level and focus on what you accomplished in the past week.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Plans for the Week: Focus on the tasks you will be working on this week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Issue Impeding Progress: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List any items that are blocking your tasks.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Specifically focus on what you need from others.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You don’t need to list items such as other classes where others cannot help resolve the issue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Upcoming deliverables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In this section you should provide a longer term (4 week) forward looking view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What are the key items on your schedule that need to be completed in the next month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Color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Green – overall on track and deliverables on track for upcoming deliverables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Yellow – Concerns about current status and about the ability to deliver current deliverable on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Red – “I need help”  things are falling apart and deliverables have missed the planned deadline.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"/>
          <p:cNvSpPr/>
          <p:nvPr/>
        </p:nvSpPr>
        <p:spPr>
          <a:xfrm>
            <a:off x="4588560" y="2575800"/>
            <a:ext cx="4571280" cy="27900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Deliverables Tracking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7;p1"/>
          <p:cNvSpPr/>
          <p:nvPr/>
        </p:nvSpPr>
        <p:spPr>
          <a:xfrm>
            <a:off x="0" y="2566080"/>
            <a:ext cx="4571280" cy="27900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Plan for the Week</a:t>
            </a:r>
            <a:r>
              <a:rPr b="1" lang="en" sz="1400" spc="-1" strike="noStrike">
                <a:solidFill>
                  <a:srgbClr val="000000"/>
                </a:solidFill>
                <a:latin typeface="Arial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Google Shape;8;p1"/>
          <p:cNvCxnSpPr/>
          <p:nvPr/>
        </p:nvCxnSpPr>
        <p:spPr>
          <a:xfrm>
            <a:off x="0" y="2565720"/>
            <a:ext cx="9144720" cy="72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3" name="Google Shape;9;p1"/>
          <p:cNvSpPr/>
          <p:nvPr/>
        </p:nvSpPr>
        <p:spPr>
          <a:xfrm>
            <a:off x="4572000" y="561960"/>
            <a:ext cx="4571280" cy="27900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Issues Impeding Progress</a:t>
            </a:r>
            <a:r>
              <a:rPr b="1" lang="en" sz="14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10;p1"/>
          <p:cNvSpPr/>
          <p:nvPr/>
        </p:nvSpPr>
        <p:spPr>
          <a:xfrm>
            <a:off x="0" y="561960"/>
            <a:ext cx="4571280" cy="27900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9525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Accomplishments</a:t>
            </a:r>
            <a:r>
              <a:rPr b="1" lang="en" sz="14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Google Shape;11;p1"/>
          <p:cNvCxnSpPr/>
          <p:nvPr/>
        </p:nvCxnSpPr>
        <p:spPr>
          <a:xfrm flipV="1">
            <a:off x="4572000" y="561600"/>
            <a:ext cx="10080" cy="406584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6" name="Google Shape;12;p1"/>
          <p:cNvSpPr/>
          <p:nvPr/>
        </p:nvSpPr>
        <p:spPr>
          <a:xfrm>
            <a:off x="8027280" y="4749120"/>
            <a:ext cx="12038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Spring 2025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12;p1"/>
          <p:cNvSpPr/>
          <p:nvPr/>
        </p:nvSpPr>
        <p:spPr>
          <a:xfrm>
            <a:off x="3893400" y="4749120"/>
            <a:ext cx="25322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Graduate Projects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Google Shape;26;p2" descr=""/>
          <p:cNvPicPr/>
          <p:nvPr/>
        </p:nvPicPr>
        <p:blipFill>
          <a:blip r:embed="rId2"/>
          <a:stretch/>
        </p:blipFill>
        <p:spPr>
          <a:xfrm>
            <a:off x="-11880" y="4593600"/>
            <a:ext cx="2140560" cy="46728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29;p2"/>
          <p:cNvSpPr/>
          <p:nvPr/>
        </p:nvSpPr>
        <p:spPr>
          <a:xfrm>
            <a:off x="8638560" y="52200"/>
            <a:ext cx="448560" cy="444960"/>
          </a:xfrm>
          <a:prstGeom prst="ellipse">
            <a:avLst/>
          </a:prstGeom>
          <a:solidFill>
            <a:srgbClr val="70ad47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0" name="Google Shape;30;p2"/>
          <p:cNvCxnSpPr/>
          <p:nvPr/>
        </p:nvCxnSpPr>
        <p:spPr>
          <a:xfrm flipH="1">
            <a:off x="7560" y="4623840"/>
            <a:ext cx="4565160" cy="72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cxnSp>
        <p:nvCxnSpPr>
          <p:cNvPr id="11" name="Google Shape;31;p2"/>
          <p:cNvCxnSpPr/>
          <p:nvPr/>
        </p:nvCxnSpPr>
        <p:spPr>
          <a:xfrm flipH="1">
            <a:off x="4575600" y="4623840"/>
            <a:ext cx="4565160" cy="72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/>
          </p:nvPr>
        </p:nvSpPr>
        <p:spPr>
          <a:xfrm>
            <a:off x="-11880" y="864000"/>
            <a:ext cx="457128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Attempted run through of MCT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Figured out where things 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And where documentation 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2552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0" y="864000"/>
            <a:ext cx="457128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HFSS machine in 443 is offline and can’t be logged 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Waiting on meeting with Dhruva for more details about test setup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572000" y="2845800"/>
            <a:ext cx="457128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-4320" y="2845800"/>
            <a:ext cx="4571280" cy="18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Meeting with Dhruva, reviewing documentation about test setups and Lithium Pins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After that aim to get MCT bench setup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Install hydra on the 443 machine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"/>
              </a:rPr>
              <a:t>More freshman to onboard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title"/>
          </p:nvPr>
        </p:nvSpPr>
        <p:spPr>
          <a:xfrm>
            <a:off x="6306120" y="-11880"/>
            <a:ext cx="2265840" cy="5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Justin Le 9/18/2026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" name="Table 3"/>
          <p:cNvGraphicFramePr/>
          <p:nvPr/>
        </p:nvGraphicFramePr>
        <p:xfrm>
          <a:off x="4604400" y="2577600"/>
          <a:ext cx="4538160" cy="2040120"/>
        </p:xfrm>
        <a:graphic>
          <a:graphicData uri="http://schemas.openxmlformats.org/drawingml/2006/table">
            <a:tbl>
              <a:tblPr/>
              <a:tblGrid>
                <a:gridCol w="1886760"/>
                <a:gridCol w="887400"/>
                <a:gridCol w="847080"/>
                <a:gridCol w="917280"/>
              </a:tblGrid>
              <a:tr h="445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Upcoming Deliverables​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Planned​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Revised​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Remaining​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23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 run MCT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9/21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6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 run SCT 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9/30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30hrs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Ground Station PC test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9/23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26hrs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415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SCT 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10/31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27hrs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26" name="Google Shape;51;p4"/>
          <p:cNvSpPr/>
          <p:nvPr/>
        </p:nvSpPr>
        <p:spPr>
          <a:xfrm>
            <a:off x="0" y="11880"/>
            <a:ext cx="2654280" cy="5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Arial"/>
                <a:ea typeface="Arial"/>
              </a:rPr>
              <a:t>COMMs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3378106403FF4F9FEFFD8DB19B1327" ma:contentTypeVersion="14" ma:contentTypeDescription="Create a new document." ma:contentTypeScope="" ma:versionID="480730001f801aca38e5123422cc6ec3">
  <xsd:schema xmlns:xsd="http://www.w3.org/2001/XMLSchema" xmlns:xs="http://www.w3.org/2001/XMLSchema" xmlns:p="http://schemas.microsoft.com/office/2006/metadata/properties" xmlns:ns2="c780a065-0b04-4112-95af-a97bb2421eb1" xmlns:ns3="401457dc-c9f2-44f5-9435-e99f1bfdd774" targetNamespace="http://schemas.microsoft.com/office/2006/metadata/properties" ma:root="true" ma:fieldsID="babbaaf8a2e415dc01b2dad9fedea8bc" ns2:_="" ns3:_="">
    <xsd:import namespace="c780a065-0b04-4112-95af-a97bb2421eb1"/>
    <xsd:import namespace="401457dc-c9f2-44f5-9435-e99f1bfdd77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0a065-0b04-4112-95af-a97bb2421e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24a34a3-7b04-4da0-866a-d3e336a7dfab}" ma:internalName="TaxCatchAll" ma:showField="CatchAllData" ma:web="c780a065-0b04-4112-95af-a97bb2421e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457dc-c9f2-44f5-9435-e99f1bfd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80a065-0b04-4112-95af-a97bb2421eb1" xsi:nil="true"/>
    <lcf76f155ced4ddcb4097134ff3c332f xmlns="401457dc-c9f2-44f5-9435-e99f1bfdd77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1A9056-462F-4995-AA25-B9A4ACB487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80a065-0b04-4112-95af-a97bb2421eb1"/>
    <ds:schemaRef ds:uri="401457dc-c9f2-44f5-9435-e99f1bfd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5BD26B-5702-46DE-A81F-CE1B9C368B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8DACF8-5979-4DD0-BB72-22EA4D021032}">
  <ds:schemaRefs>
    <ds:schemaRef ds:uri="http://schemas.microsoft.com/office/2006/metadata/properties"/>
    <ds:schemaRef ds:uri="http://schemas.microsoft.com/office/infopath/2007/PartnerControls"/>
    <ds:schemaRef ds:uri="c780a065-0b04-4112-95af-a97bb2421eb1"/>
    <ds:schemaRef ds:uri="401457dc-c9f2-44f5-9435-e99f1bfdd7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180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Scott Palo</dc:creator>
  <dc:description/>
  <dc:language>en-US</dc:language>
  <cp:lastModifiedBy/>
  <cp:lastPrinted>2026-09-18T18:50:10Z</cp:lastPrinted>
  <dcterms:modified xsi:type="dcterms:W3CDTF">2026-09-18T18:50:02Z</dcterms:modified>
  <cp:revision>740</cp:revision>
  <dc:subject/>
  <dc:title>PM: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0x010100023378106403FF4F9FEFFD8DB19B1327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Order">
    <vt:r8>5300</vt:r8>
  </property>
  <property fmtid="{D5CDD505-2E9C-101B-9397-08002B2CF9AE}" pid="6" name="PresentationFormat">
    <vt:lpwstr>On-screen Show (16:9)</vt:lpwstr>
  </property>
  <property fmtid="{D5CDD505-2E9C-101B-9397-08002B2CF9AE}" pid="7" name="Slides">
    <vt:i4>1</vt:i4>
  </property>
</Properties>
</file>